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t>العرض التقديمي العربي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r"/>
            <a:r>
              <a:t>هذه شريحة تجريبية لاختبار التصدير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